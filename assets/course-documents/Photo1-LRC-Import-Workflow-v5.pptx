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76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70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Silva" userId="06397082-ffa7-4e9e-9ad3-7fb8e010c4f5" providerId="ADAL" clId="{95FE5F2A-28C5-5BFC-8080-8EAF8DD03B45}"/>
    <pc:docChg chg="undo redo custSel addSld modSld">
      <pc:chgData name="Christopher Silva" userId="06397082-ffa7-4e9e-9ad3-7fb8e010c4f5" providerId="ADAL" clId="{95FE5F2A-28C5-5BFC-8080-8EAF8DD03B45}" dt="2026-09-09T07:40:55.605" v="1479" actId="478"/>
      <pc:docMkLst>
        <pc:docMk/>
      </pc:docMkLst>
      <pc:sldChg chg="addSp delSp modSp mod">
        <pc:chgData name="Christopher Silva" userId="06397082-ffa7-4e9e-9ad3-7fb8e010c4f5" providerId="ADAL" clId="{95FE5F2A-28C5-5BFC-8080-8EAF8DD03B45}" dt="2026-09-09T07:21:33.746" v="775" actId="478"/>
        <pc:sldMkLst>
          <pc:docMk/>
          <pc:sldMk cId="0" sldId="258"/>
        </pc:sldMkLst>
        <pc:picChg chg="add del mod">
          <ac:chgData name="Christopher Silva" userId="06397082-ffa7-4e9e-9ad3-7fb8e010c4f5" providerId="ADAL" clId="{95FE5F2A-28C5-5BFC-8080-8EAF8DD03B45}" dt="2026-09-09T07:21:33.746" v="775" actId="478"/>
          <ac:picMkLst>
            <pc:docMk/>
            <pc:sldMk cId="0" sldId="258"/>
            <ac:picMk id="22" creationId="{6608B1AF-BF4C-CF7B-D81D-1B7DE8BCEA0E}"/>
          </ac:picMkLst>
        </pc:picChg>
      </pc:sldChg>
      <pc:sldChg chg="addSp delSp modSp mod">
        <pc:chgData name="Christopher Silva" userId="06397082-ffa7-4e9e-9ad3-7fb8e010c4f5" providerId="ADAL" clId="{95FE5F2A-28C5-5BFC-8080-8EAF8DD03B45}" dt="2026-09-09T07:22:04.614" v="786" actId="1076"/>
        <pc:sldMkLst>
          <pc:docMk/>
          <pc:sldMk cId="0" sldId="259"/>
        </pc:sldMkLst>
        <pc:spChg chg="mod">
          <ac:chgData name="Christopher Silva" userId="06397082-ffa7-4e9e-9ad3-7fb8e010c4f5" providerId="ADAL" clId="{95FE5F2A-28C5-5BFC-8080-8EAF8DD03B45}" dt="2026-09-09T06:39:09.891" v="19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6:37:51.248" v="9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6:40:34.041" v="49" actId="1035"/>
          <ac:spMkLst>
            <pc:docMk/>
            <pc:sldMk cId="0" sldId="259"/>
            <ac:spMk id="9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6:40:34.041" v="49" actId="103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6:40:28.211" v="43" actId="103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6:40:28.211" v="43" actId="103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6:40:42.391" v="55" actId="14100"/>
          <ac:spMkLst>
            <pc:docMk/>
            <pc:sldMk cId="0" sldId="259"/>
            <ac:spMk id="17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6:40:38.430" v="54" actId="1035"/>
          <ac:spMkLst>
            <pc:docMk/>
            <pc:sldMk cId="0" sldId="259"/>
            <ac:spMk id="18" creationId="{00000000-0000-0000-0000-000000000000}"/>
          </ac:spMkLst>
        </pc:spChg>
        <pc:picChg chg="del">
          <ac:chgData name="Christopher Silva" userId="06397082-ffa7-4e9e-9ad3-7fb8e010c4f5" providerId="ADAL" clId="{95FE5F2A-28C5-5BFC-8080-8EAF8DD03B45}" dt="2026-09-09T06:37:26.925" v="0" actId="478"/>
          <ac:picMkLst>
            <pc:docMk/>
            <pc:sldMk cId="0" sldId="259"/>
            <ac:picMk id="19" creationId="{33CB3D40-3DC7-4E53-6F57-45CEB497297F}"/>
          </ac:picMkLst>
        </pc:picChg>
        <pc:picChg chg="add mod">
          <ac:chgData name="Christopher Silva" userId="06397082-ffa7-4e9e-9ad3-7fb8e010c4f5" providerId="ADAL" clId="{95FE5F2A-28C5-5BFC-8080-8EAF8DD03B45}" dt="2026-09-09T06:49:48.681" v="82" actId="14100"/>
          <ac:picMkLst>
            <pc:docMk/>
            <pc:sldMk cId="0" sldId="259"/>
            <ac:picMk id="21" creationId="{8353C143-2FA8-7FEA-391C-C15F4D185E82}"/>
          </ac:picMkLst>
        </pc:picChg>
        <pc:picChg chg="add mod">
          <ac:chgData name="Christopher Silva" userId="06397082-ffa7-4e9e-9ad3-7fb8e010c4f5" providerId="ADAL" clId="{95FE5F2A-28C5-5BFC-8080-8EAF8DD03B45}" dt="2026-09-09T06:39:13.041" v="20" actId="1076"/>
          <ac:picMkLst>
            <pc:docMk/>
            <pc:sldMk cId="0" sldId="259"/>
            <ac:picMk id="22" creationId="{149ED7DF-F29B-AD7F-14C1-ACF0CCF0A374}"/>
          </ac:picMkLst>
        </pc:picChg>
        <pc:picChg chg="add mod modCrop">
          <ac:chgData name="Christopher Silva" userId="06397082-ffa7-4e9e-9ad3-7fb8e010c4f5" providerId="ADAL" clId="{95FE5F2A-28C5-5BFC-8080-8EAF8DD03B45}" dt="2026-09-09T06:47:39.655" v="78" actId="11530"/>
          <ac:picMkLst>
            <pc:docMk/>
            <pc:sldMk cId="0" sldId="259"/>
            <ac:picMk id="23" creationId="{9EBC42D8-6E37-D070-DC38-0FC86A0E9AED}"/>
          </ac:picMkLst>
        </pc:picChg>
        <pc:picChg chg="add mod">
          <ac:chgData name="Christopher Silva" userId="06397082-ffa7-4e9e-9ad3-7fb8e010c4f5" providerId="ADAL" clId="{95FE5F2A-28C5-5BFC-8080-8EAF8DD03B45}" dt="2026-09-09T07:22:04.614" v="786" actId="1076"/>
          <ac:picMkLst>
            <pc:docMk/>
            <pc:sldMk cId="0" sldId="259"/>
            <ac:picMk id="24" creationId="{629217ED-60A3-D453-4C94-2187706353B4}"/>
          </ac:picMkLst>
        </pc:picChg>
      </pc:sldChg>
      <pc:sldChg chg="addSp modSp mod">
        <pc:chgData name="Christopher Silva" userId="06397082-ffa7-4e9e-9ad3-7fb8e010c4f5" providerId="ADAL" clId="{95FE5F2A-28C5-5BFC-8080-8EAF8DD03B45}" dt="2026-09-09T07:22:32.689" v="795" actId="1076"/>
        <pc:sldMkLst>
          <pc:docMk/>
          <pc:sldMk cId="0" sldId="260"/>
        </pc:sldMkLst>
        <pc:spChg chg="mod">
          <ac:chgData name="Christopher Silva" userId="06397082-ffa7-4e9e-9ad3-7fb8e010c4f5" providerId="ADAL" clId="{95FE5F2A-28C5-5BFC-8080-8EAF8DD03B45}" dt="2026-09-09T06:42:41.093" v="74" actId="14100"/>
          <ac:spMkLst>
            <pc:docMk/>
            <pc:sldMk cId="0" sldId="260"/>
            <ac:spMk id="6" creationId="{00000000-0000-0000-0000-000000000000}"/>
          </ac:spMkLst>
        </pc:spChg>
        <pc:picChg chg="mod modCrop">
          <ac:chgData name="Christopher Silva" userId="06397082-ffa7-4e9e-9ad3-7fb8e010c4f5" providerId="ADAL" clId="{95FE5F2A-28C5-5BFC-8080-8EAF8DD03B45}" dt="2026-09-09T06:50:00.156" v="83" actId="14100"/>
          <ac:picMkLst>
            <pc:docMk/>
            <pc:sldMk cId="0" sldId="260"/>
            <ac:picMk id="27" creationId="{860ED8FE-8BCF-02B1-449B-01522E0B019B}"/>
          </ac:picMkLst>
        </pc:picChg>
        <pc:picChg chg="add mod">
          <ac:chgData name="Christopher Silva" userId="06397082-ffa7-4e9e-9ad3-7fb8e010c4f5" providerId="ADAL" clId="{95FE5F2A-28C5-5BFC-8080-8EAF8DD03B45}" dt="2026-09-09T07:22:32.689" v="795" actId="1076"/>
          <ac:picMkLst>
            <pc:docMk/>
            <pc:sldMk cId="0" sldId="260"/>
            <ac:picMk id="28" creationId="{F84BC74D-A19D-1724-189B-AC0E397E5300}"/>
          </ac:picMkLst>
        </pc:picChg>
      </pc:sldChg>
      <pc:sldChg chg="addSp modSp mod">
        <pc:chgData name="Christopher Silva" userId="06397082-ffa7-4e9e-9ad3-7fb8e010c4f5" providerId="ADAL" clId="{95FE5F2A-28C5-5BFC-8080-8EAF8DD03B45}" dt="2026-09-09T07:23:13.482" v="806" actId="1076"/>
        <pc:sldMkLst>
          <pc:docMk/>
          <pc:sldMk cId="0" sldId="261"/>
        </pc:sldMkLst>
        <pc:spChg chg="mod">
          <ac:chgData name="Christopher Silva" userId="06397082-ffa7-4e9e-9ad3-7fb8e010c4f5" providerId="ADAL" clId="{95FE5F2A-28C5-5BFC-8080-8EAF8DD03B45}" dt="2026-09-09T06:51:49.479" v="130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6:51:20.626" v="88" actId="1076"/>
          <ac:spMkLst>
            <pc:docMk/>
            <pc:sldMk cId="0" sldId="261"/>
            <ac:spMk id="24" creationId="{00000000-0000-0000-0000-000000000000}"/>
          </ac:spMkLst>
        </pc:spChg>
        <pc:picChg chg="mod">
          <ac:chgData name="Christopher Silva" userId="06397082-ffa7-4e9e-9ad3-7fb8e010c4f5" providerId="ADAL" clId="{95FE5F2A-28C5-5BFC-8080-8EAF8DD03B45}" dt="2026-09-09T06:55:52.216" v="153" actId="1076"/>
          <ac:picMkLst>
            <pc:docMk/>
            <pc:sldMk cId="0" sldId="261"/>
            <ac:picMk id="27" creationId="{F7C90A53-5317-480E-AB11-1E0DBF0851D9}"/>
          </ac:picMkLst>
        </pc:picChg>
        <pc:picChg chg="add mod modCrop">
          <ac:chgData name="Christopher Silva" userId="06397082-ffa7-4e9e-9ad3-7fb8e010c4f5" providerId="ADAL" clId="{95FE5F2A-28C5-5BFC-8080-8EAF8DD03B45}" dt="2026-09-09T06:55:52.216" v="153" actId="1076"/>
          <ac:picMkLst>
            <pc:docMk/>
            <pc:sldMk cId="0" sldId="261"/>
            <ac:picMk id="28" creationId="{933906D8-BB25-65F9-AA38-33588035DC05}"/>
          </ac:picMkLst>
        </pc:picChg>
        <pc:picChg chg="add mod">
          <ac:chgData name="Christopher Silva" userId="06397082-ffa7-4e9e-9ad3-7fb8e010c4f5" providerId="ADAL" clId="{95FE5F2A-28C5-5BFC-8080-8EAF8DD03B45}" dt="2026-09-09T07:23:13.482" v="806" actId="1076"/>
          <ac:picMkLst>
            <pc:docMk/>
            <pc:sldMk cId="0" sldId="261"/>
            <ac:picMk id="29" creationId="{8C2B7569-91DE-62F8-5DD5-92CB8389AFA8}"/>
          </ac:picMkLst>
        </pc:picChg>
      </pc:sldChg>
      <pc:sldChg chg="addSp delSp modSp mod">
        <pc:chgData name="Christopher Silva" userId="06397082-ffa7-4e9e-9ad3-7fb8e010c4f5" providerId="ADAL" clId="{95FE5F2A-28C5-5BFC-8080-8EAF8DD03B45}" dt="2026-09-09T07:05:54.071" v="268" actId="1076"/>
        <pc:sldMkLst>
          <pc:docMk/>
          <pc:sldMk cId="0" sldId="262"/>
        </pc:sldMkLst>
        <pc:spChg chg="mod">
          <ac:chgData name="Christopher Silva" userId="06397082-ffa7-4e9e-9ad3-7fb8e010c4f5" providerId="ADAL" clId="{95FE5F2A-28C5-5BFC-8080-8EAF8DD03B45}" dt="2026-09-09T07:03:17.193" v="235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3:07.857" v="233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1:13.378" v="205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1:21.830" v="212" actId="1035"/>
          <ac:spMkLst>
            <pc:docMk/>
            <pc:sldMk cId="0" sldId="262"/>
            <ac:spMk id="6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1:21.830" v="212" actId="1035"/>
          <ac:spMkLst>
            <pc:docMk/>
            <pc:sldMk cId="0" sldId="262"/>
            <ac:spMk id="7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1:01.728" v="204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6:56:21.946" v="156" actId="14100"/>
          <ac:spMkLst>
            <pc:docMk/>
            <pc:sldMk cId="0" sldId="262"/>
            <ac:spMk id="9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2:45.781" v="229" actId="1076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Christopher Silva" userId="06397082-ffa7-4e9e-9ad3-7fb8e010c4f5" providerId="ADAL" clId="{95FE5F2A-28C5-5BFC-8080-8EAF8DD03B45}" dt="2026-09-09T07:01:35.694" v="214" actId="478"/>
          <ac:spMkLst>
            <pc:docMk/>
            <pc:sldMk cId="0" sldId="262"/>
            <ac:spMk id="12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3:45.383" v="255" actId="2057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6:56:25.636" v="157" actId="1410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2:03.755" v="221" actId="20577"/>
          <ac:spMkLst>
            <pc:docMk/>
            <pc:sldMk cId="0" sldId="262"/>
            <ac:spMk id="16" creationId="{00000000-0000-0000-0000-000000000000}"/>
          </ac:spMkLst>
        </pc:spChg>
        <pc:spChg chg="del mod">
          <ac:chgData name="Christopher Silva" userId="06397082-ffa7-4e9e-9ad3-7fb8e010c4f5" providerId="ADAL" clId="{95FE5F2A-28C5-5BFC-8080-8EAF8DD03B45}" dt="2026-09-09T07:01:53.620" v="218" actId="478"/>
          <ac:spMkLst>
            <pc:docMk/>
            <pc:sldMk cId="0" sldId="262"/>
            <ac:spMk id="17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2:50.937" v="231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0:05.823" v="197" actId="14100"/>
          <ac:spMkLst>
            <pc:docMk/>
            <pc:sldMk cId="0" sldId="262"/>
            <ac:spMk id="19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2:21.619" v="226" actId="20577"/>
          <ac:spMkLst>
            <pc:docMk/>
            <pc:sldMk cId="0" sldId="262"/>
            <ac:spMk id="21" creationId="{00000000-0000-0000-0000-000000000000}"/>
          </ac:spMkLst>
        </pc:spChg>
        <pc:spChg chg="del mod">
          <ac:chgData name="Christopher Silva" userId="06397082-ffa7-4e9e-9ad3-7fb8e010c4f5" providerId="ADAL" clId="{95FE5F2A-28C5-5BFC-8080-8EAF8DD03B45}" dt="2026-09-09T07:02:16.752" v="223" actId="478"/>
          <ac:spMkLst>
            <pc:docMk/>
            <pc:sldMk cId="0" sldId="262"/>
            <ac:spMk id="22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2:53.217" v="232" actId="1076"/>
          <ac:spMkLst>
            <pc:docMk/>
            <pc:sldMk cId="0" sldId="262"/>
            <ac:spMk id="23" creationId="{00000000-0000-0000-0000-000000000000}"/>
          </ac:spMkLst>
        </pc:spChg>
        <pc:picChg chg="add mod modCrop">
          <ac:chgData name="Christopher Silva" userId="06397082-ffa7-4e9e-9ad3-7fb8e010c4f5" providerId="ADAL" clId="{95FE5F2A-28C5-5BFC-8080-8EAF8DD03B45}" dt="2026-09-09T07:05:54.071" v="268" actId="1076"/>
          <ac:picMkLst>
            <pc:docMk/>
            <pc:sldMk cId="0" sldId="262"/>
            <ac:picMk id="25" creationId="{2BAA093E-619E-E11B-9DB6-473652F66548}"/>
          </ac:picMkLst>
        </pc:picChg>
      </pc:sldChg>
      <pc:sldChg chg="addSp delSp modSp mod">
        <pc:chgData name="Christopher Silva" userId="06397082-ffa7-4e9e-9ad3-7fb8e010c4f5" providerId="ADAL" clId="{95FE5F2A-28C5-5BFC-8080-8EAF8DD03B45}" dt="2026-09-09T07:21:06.612" v="771" actId="1076"/>
        <pc:sldMkLst>
          <pc:docMk/>
          <pc:sldMk cId="0" sldId="263"/>
        </pc:sldMkLst>
        <pc:spChg chg="del mod">
          <ac:chgData name="Christopher Silva" userId="06397082-ffa7-4e9e-9ad3-7fb8e010c4f5" providerId="ADAL" clId="{95FE5F2A-28C5-5BFC-8080-8EAF8DD03B45}" dt="2026-09-09T07:12:10.333" v="561" actId="21"/>
          <ac:spMkLst>
            <pc:docMk/>
            <pc:sldMk cId="0" sldId="263"/>
            <ac:spMk id="6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8:19.845" v="375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12:01.780" v="557" actId="271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12:17.797" v="568" actId="1035"/>
          <ac:spMkLst>
            <pc:docMk/>
            <pc:sldMk cId="0" sldId="263"/>
            <ac:spMk id="12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12:17.797" v="568" actId="103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12:17.797" v="568" actId="103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12:17.797" v="568" actId="1035"/>
          <ac:spMkLst>
            <pc:docMk/>
            <pc:sldMk cId="0" sldId="263"/>
            <ac:spMk id="15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12:47.747" v="599" actId="103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12:53.565" v="600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16:30.195" v="717" actId="20577"/>
          <ac:spMkLst>
            <pc:docMk/>
            <pc:sldMk cId="0" sldId="263"/>
            <ac:spMk id="18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17:05.949" v="763" actId="113"/>
          <ac:spMkLst>
            <pc:docMk/>
            <pc:sldMk cId="0" sldId="263"/>
            <ac:spMk id="19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8:10.282" v="374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8:07.039" v="373" actId="107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08:00.675" v="372" actId="313"/>
          <ac:spMkLst>
            <pc:docMk/>
            <pc:sldMk cId="0" sldId="263"/>
            <ac:spMk id="25" creationId="{00000000-0000-0000-0000-000000000000}"/>
          </ac:spMkLst>
        </pc:spChg>
        <pc:spChg chg="add mod">
          <ac:chgData name="Christopher Silva" userId="06397082-ffa7-4e9e-9ad3-7fb8e010c4f5" providerId="ADAL" clId="{95FE5F2A-28C5-5BFC-8080-8EAF8DD03B45}" dt="2026-09-09T07:13:07.626" v="602" actId="167"/>
          <ac:spMkLst>
            <pc:docMk/>
            <pc:sldMk cId="0" sldId="263"/>
            <ac:spMk id="27" creationId="{4004D3D9-2994-CF35-777D-D35F77E6C495}"/>
          </ac:spMkLst>
        </pc:spChg>
        <pc:picChg chg="add mod modCrop">
          <ac:chgData name="Christopher Silva" userId="06397082-ffa7-4e9e-9ad3-7fb8e010c4f5" providerId="ADAL" clId="{95FE5F2A-28C5-5BFC-8080-8EAF8DD03B45}" dt="2026-09-09T07:06:44.286" v="278" actId="1076"/>
          <ac:picMkLst>
            <pc:docMk/>
            <pc:sldMk cId="0" sldId="263"/>
            <ac:picMk id="26" creationId="{D1291286-E528-2788-0479-74C5BF65CF8D}"/>
          </ac:picMkLst>
        </pc:picChg>
        <pc:picChg chg="add mod">
          <ac:chgData name="Christopher Silva" userId="06397082-ffa7-4e9e-9ad3-7fb8e010c4f5" providerId="ADAL" clId="{95FE5F2A-28C5-5BFC-8080-8EAF8DD03B45}" dt="2026-09-09T07:21:06.612" v="771" actId="1076"/>
          <ac:picMkLst>
            <pc:docMk/>
            <pc:sldMk cId="0" sldId="263"/>
            <ac:picMk id="28" creationId="{9A18E608-6061-AF84-5C4E-24ACECEEB25D}"/>
          </ac:picMkLst>
        </pc:picChg>
      </pc:sldChg>
      <pc:sldChg chg="modSp mod">
        <pc:chgData name="Christopher Silva" userId="06397082-ffa7-4e9e-9ad3-7fb8e010c4f5" providerId="ADAL" clId="{95FE5F2A-28C5-5BFC-8080-8EAF8DD03B45}" dt="2026-09-09T07:23:44.451" v="811" actId="20577"/>
        <pc:sldMkLst>
          <pc:docMk/>
          <pc:sldMk cId="0" sldId="264"/>
        </pc:sldMkLst>
        <pc:spChg chg="mod">
          <ac:chgData name="Christopher Silva" userId="06397082-ffa7-4e9e-9ad3-7fb8e010c4f5" providerId="ADAL" clId="{95FE5F2A-28C5-5BFC-8080-8EAF8DD03B45}" dt="2026-09-09T07:23:44.451" v="811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13:49.178" v="646" actId="20577"/>
          <ac:spMkLst>
            <pc:docMk/>
            <pc:sldMk cId="0" sldId="264"/>
            <ac:spMk id="5" creationId="{00000000-0000-0000-0000-000000000000}"/>
          </ac:spMkLst>
        </pc:spChg>
      </pc:sldChg>
      <pc:sldChg chg="addSp modSp mod">
        <pc:chgData name="Christopher Silva" userId="06397082-ffa7-4e9e-9ad3-7fb8e010c4f5" providerId="ADAL" clId="{95FE5F2A-28C5-5BFC-8080-8EAF8DD03B45}" dt="2026-09-09T07:32:21.201" v="944" actId="1076"/>
        <pc:sldMkLst>
          <pc:docMk/>
          <pc:sldMk cId="0" sldId="265"/>
        </pc:sldMkLst>
        <pc:spChg chg="mod">
          <ac:chgData name="Christopher Silva" userId="06397082-ffa7-4e9e-9ad3-7fb8e010c4f5" providerId="ADAL" clId="{95FE5F2A-28C5-5BFC-8080-8EAF8DD03B45}" dt="2026-09-09T07:31:22.655" v="930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26:02.998" v="833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28:39.406" v="896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28:43.311" v="897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28:43.311" v="897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28:46.836" v="898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28:46.836" v="898" actId="107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28:49.831" v="899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28:49.831" v="899" actId="107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28:53.864" v="900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28:53.864" v="900" actId="1076"/>
          <ac:spMkLst>
            <pc:docMk/>
            <pc:sldMk cId="0" sldId="265"/>
            <ac:spMk id="25" creationId="{00000000-0000-0000-0000-000000000000}"/>
          </ac:spMkLst>
        </pc:spChg>
        <pc:spChg chg="add mod">
          <ac:chgData name="Christopher Silva" userId="06397082-ffa7-4e9e-9ad3-7fb8e010c4f5" providerId="ADAL" clId="{95FE5F2A-28C5-5BFC-8080-8EAF8DD03B45}" dt="2026-09-09T07:27:54.844" v="889" actId="167"/>
          <ac:spMkLst>
            <pc:docMk/>
            <pc:sldMk cId="0" sldId="265"/>
            <ac:spMk id="30" creationId="{900F1EA1-2554-8B3E-B213-2C06585F0C4C}"/>
          </ac:spMkLst>
        </pc:spChg>
        <pc:picChg chg="add mod">
          <ac:chgData name="Christopher Silva" userId="06397082-ffa7-4e9e-9ad3-7fb8e010c4f5" providerId="ADAL" clId="{95FE5F2A-28C5-5BFC-8080-8EAF8DD03B45}" dt="2026-09-09T07:15:45.578" v="692" actId="11530"/>
          <ac:picMkLst>
            <pc:docMk/>
            <pc:sldMk cId="0" sldId="265"/>
            <ac:picMk id="27" creationId="{EDE6BDDA-72EF-FA38-83E8-11A2B157A876}"/>
          </ac:picMkLst>
        </pc:picChg>
        <pc:picChg chg="add mod">
          <ac:chgData name="Christopher Silva" userId="06397082-ffa7-4e9e-9ad3-7fb8e010c4f5" providerId="ADAL" clId="{95FE5F2A-28C5-5BFC-8080-8EAF8DD03B45}" dt="2026-09-09T07:31:56.021" v="937" actId="1076"/>
          <ac:picMkLst>
            <pc:docMk/>
            <pc:sldMk cId="0" sldId="265"/>
            <ac:picMk id="28" creationId="{1E865FFB-AD6E-4FC9-D225-86F3AD688FF3}"/>
          </ac:picMkLst>
        </pc:picChg>
        <pc:picChg chg="add mod">
          <ac:chgData name="Christopher Silva" userId="06397082-ffa7-4e9e-9ad3-7fb8e010c4f5" providerId="ADAL" clId="{95FE5F2A-28C5-5BFC-8080-8EAF8DD03B45}" dt="2026-09-09T07:31:39.815" v="933" actId="1076"/>
          <ac:picMkLst>
            <pc:docMk/>
            <pc:sldMk cId="0" sldId="265"/>
            <ac:picMk id="29" creationId="{389CBD0D-86B7-93A3-E158-78C47E401045}"/>
          </ac:picMkLst>
        </pc:picChg>
        <pc:picChg chg="add mod modCrop">
          <ac:chgData name="Christopher Silva" userId="06397082-ffa7-4e9e-9ad3-7fb8e010c4f5" providerId="ADAL" clId="{95FE5F2A-28C5-5BFC-8080-8EAF8DD03B45}" dt="2026-09-09T07:31:34.213" v="932" actId="14100"/>
          <ac:picMkLst>
            <pc:docMk/>
            <pc:sldMk cId="0" sldId="265"/>
            <ac:picMk id="31" creationId="{2CAA17BF-5EF8-BAE1-D593-CD20318B1DB7}"/>
          </ac:picMkLst>
        </pc:picChg>
        <pc:picChg chg="add mod">
          <ac:chgData name="Christopher Silva" userId="06397082-ffa7-4e9e-9ad3-7fb8e010c4f5" providerId="ADAL" clId="{95FE5F2A-28C5-5BFC-8080-8EAF8DD03B45}" dt="2026-09-09T07:32:01.980" v="938" actId="571"/>
          <ac:picMkLst>
            <pc:docMk/>
            <pc:sldMk cId="0" sldId="265"/>
            <ac:picMk id="32" creationId="{CE4DB1FF-BD0A-061C-2C1E-47A6E9C2D680}"/>
          </ac:picMkLst>
        </pc:picChg>
        <pc:picChg chg="add mod">
          <ac:chgData name="Christopher Silva" userId="06397082-ffa7-4e9e-9ad3-7fb8e010c4f5" providerId="ADAL" clId="{95FE5F2A-28C5-5BFC-8080-8EAF8DD03B45}" dt="2026-09-09T07:32:21.201" v="944" actId="1076"/>
          <ac:picMkLst>
            <pc:docMk/>
            <pc:sldMk cId="0" sldId="265"/>
            <ac:picMk id="33" creationId="{00191B30-7AD5-F7AE-A83C-18194ED912EE}"/>
          </ac:picMkLst>
        </pc:picChg>
      </pc:sldChg>
      <pc:sldChg chg="delSp modSp mod">
        <pc:chgData name="Christopher Silva" userId="06397082-ffa7-4e9e-9ad3-7fb8e010c4f5" providerId="ADAL" clId="{95FE5F2A-28C5-5BFC-8080-8EAF8DD03B45}" dt="2026-09-09T07:40:55.605" v="1479" actId="478"/>
        <pc:sldMkLst>
          <pc:docMk/>
          <pc:sldMk cId="0" sldId="266"/>
        </pc:sldMkLst>
        <pc:spChg chg="mod">
          <ac:chgData name="Christopher Silva" userId="06397082-ffa7-4e9e-9ad3-7fb8e010c4f5" providerId="ADAL" clId="{95FE5F2A-28C5-5BFC-8080-8EAF8DD03B45}" dt="2026-09-09T07:39:37.866" v="1457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33:42.160" v="1052" actId="103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40:17.843" v="1470" actId="1035"/>
          <ac:spMkLst>
            <pc:docMk/>
            <pc:sldMk cId="0" sldId="266"/>
            <ac:spMk id="11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35:24.073" v="1237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40:17.843" v="1470" actId="1035"/>
          <ac:spMkLst>
            <pc:docMk/>
            <pc:sldMk cId="0" sldId="266"/>
            <ac:spMk id="15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40:17.843" v="1470" actId="1035"/>
          <ac:spMkLst>
            <pc:docMk/>
            <pc:sldMk cId="0" sldId="266"/>
            <ac:spMk id="16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40:17.843" v="1470" actId="1035"/>
          <ac:spMkLst>
            <pc:docMk/>
            <pc:sldMk cId="0" sldId="266"/>
            <ac:spMk id="17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33:57.927" v="1059" actId="1035"/>
          <ac:spMkLst>
            <pc:docMk/>
            <pc:sldMk cId="0" sldId="266"/>
            <ac:spMk id="19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36:00.126" v="1283" actId="20577"/>
          <ac:spMkLst>
            <pc:docMk/>
            <pc:sldMk cId="0" sldId="266"/>
            <ac:spMk id="20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40:17.843" v="1470" actId="1035"/>
          <ac:spMkLst>
            <pc:docMk/>
            <pc:sldMk cId="0" sldId="266"/>
            <ac:spMk id="23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40:17.843" v="1470" actId="1035"/>
          <ac:spMkLst>
            <pc:docMk/>
            <pc:sldMk cId="0" sldId="266"/>
            <ac:spMk id="24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33:57.927" v="1059" actId="1035"/>
          <ac:spMkLst>
            <pc:docMk/>
            <pc:sldMk cId="0" sldId="266"/>
            <ac:spMk id="25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40:17.843" v="1470" actId="1035"/>
          <ac:spMkLst>
            <pc:docMk/>
            <pc:sldMk cId="0" sldId="266"/>
            <ac:spMk id="26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36:38.146" v="1321" actId="107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36:50.390" v="1330" actId="20577"/>
          <ac:spMkLst>
            <pc:docMk/>
            <pc:sldMk cId="0" sldId="266"/>
            <ac:spMk id="30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40:17.843" v="1470" actId="1035"/>
          <ac:spMkLst>
            <pc:docMk/>
            <pc:sldMk cId="0" sldId="266"/>
            <ac:spMk id="31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38:59.648" v="1455" actId="1076"/>
          <ac:spMkLst>
            <pc:docMk/>
            <pc:sldMk cId="0" sldId="266"/>
            <ac:spMk id="34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38:49.475" v="1454" actId="20577"/>
          <ac:spMkLst>
            <pc:docMk/>
            <pc:sldMk cId="0" sldId="266"/>
            <ac:spMk id="35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40:17.843" v="1470" actId="1035"/>
          <ac:spMkLst>
            <pc:docMk/>
            <pc:sldMk cId="0" sldId="266"/>
            <ac:spMk id="39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40:17.843" v="1470" actId="1035"/>
          <ac:spMkLst>
            <pc:docMk/>
            <pc:sldMk cId="0" sldId="266"/>
            <ac:spMk id="40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39:50.849" v="1459" actId="167"/>
          <ac:spMkLst>
            <pc:docMk/>
            <pc:sldMk cId="0" sldId="266"/>
            <ac:spMk id="41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39:56.078" v="1460" actId="1076"/>
          <ac:spMkLst>
            <pc:docMk/>
            <pc:sldMk cId="0" sldId="266"/>
            <ac:spMk id="44" creationId="{00000000-0000-0000-0000-000000000000}"/>
          </ac:spMkLst>
        </pc:spChg>
        <pc:spChg chg="mod">
          <ac:chgData name="Christopher Silva" userId="06397082-ffa7-4e9e-9ad3-7fb8e010c4f5" providerId="ADAL" clId="{95FE5F2A-28C5-5BFC-8080-8EAF8DD03B45}" dt="2026-09-09T07:39:56.078" v="1460" actId="1076"/>
          <ac:spMkLst>
            <pc:docMk/>
            <pc:sldMk cId="0" sldId="266"/>
            <ac:spMk id="45" creationId="{00000000-0000-0000-0000-000000000000}"/>
          </ac:spMkLst>
        </pc:spChg>
        <pc:spChg chg="del mod">
          <ac:chgData name="Christopher Silva" userId="06397082-ffa7-4e9e-9ad3-7fb8e010c4f5" providerId="ADAL" clId="{95FE5F2A-28C5-5BFC-8080-8EAF8DD03B45}" dt="2026-09-09T07:40:55.605" v="1479" actId="478"/>
          <ac:spMkLst>
            <pc:docMk/>
            <pc:sldMk cId="0" sldId="266"/>
            <ac:spMk id="46" creationId="{00000000-0000-0000-0000-000000000000}"/>
          </ac:spMkLst>
        </pc:spChg>
      </pc:sldChg>
      <pc:sldChg chg="add">
        <pc:chgData name="Christopher Silva" userId="06397082-ffa7-4e9e-9ad3-7fb8e010c4f5" providerId="ADAL" clId="{95FE5F2A-28C5-5BFC-8080-8EAF8DD03B45}" dt="2026-09-09T07:40:40.054" v="1477" actId="2890"/>
        <pc:sldMkLst>
          <pc:docMk/>
          <pc:sldMk cId="2878018298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863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54669-F63B-8345-BCD1-86C667460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0DA36-432A-252E-9EAA-39DF212F9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114BCB-0C54-5673-6121-C0DE41D32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C9325-1316-D6B8-12E6-79349165C9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38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474720"/>
            <a:ext cx="2286000" cy="2286000"/>
          </a:xfrm>
          <a:prstGeom prst="ellipse">
            <a:avLst/>
          </a:prstGeom>
          <a:solidFill>
            <a:srgbClr val="0055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5720"/>
            <a:ext cx="201168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1148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411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PHOTOGRAPHY 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91440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Photos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Lightroom Classic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432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OneDrive to your Catalog, step by step.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3310128"/>
            <a:ext cx="1298448" cy="475488"/>
          </a:xfrm>
          <a:prstGeom prst="roundRect">
            <a:avLst>
              <a:gd name="adj" fmla="val 19231"/>
            </a:avLst>
          </a:prstGeom>
          <a:solidFill>
            <a:srgbClr val="FF6B1A"/>
          </a:solidFill>
          <a:ln w="12700">
            <a:solidFill>
              <a:srgbClr val="00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66928" y="332841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 OneDrive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965960" y="3310128"/>
            <a:ext cx="1298448" cy="475488"/>
          </a:xfrm>
          <a:prstGeom prst="roundRect">
            <a:avLst>
              <a:gd name="adj" fmla="val 19231"/>
            </a:avLst>
          </a:prstGeom>
          <a:solidFill>
            <a:srgbClr val="005555"/>
          </a:solidFill>
          <a:ln w="12700">
            <a:solidFill>
              <a:srgbClr val="00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984248" y="332841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 Lightroom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83280" y="3310128"/>
            <a:ext cx="1298448" cy="475488"/>
          </a:xfrm>
          <a:prstGeom prst="roundRect">
            <a:avLst>
              <a:gd name="adj" fmla="val 19231"/>
            </a:avLst>
          </a:prstGeom>
          <a:solidFill>
            <a:srgbClr val="005555"/>
          </a:solidFill>
          <a:ln w="12700">
            <a:solidFill>
              <a:srgbClr val="00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3401568" y="332841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Import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800600" y="3310128"/>
            <a:ext cx="1298448" cy="475488"/>
          </a:xfrm>
          <a:prstGeom prst="roundRect">
            <a:avLst>
              <a:gd name="adj" fmla="val 19231"/>
            </a:avLst>
          </a:prstGeom>
          <a:solidFill>
            <a:srgbClr val="005555"/>
          </a:solidFill>
          <a:ln w="12700">
            <a:solidFill>
              <a:srgbClr val="00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818888" y="332841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Find Your Folder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17920" y="3310128"/>
            <a:ext cx="1298448" cy="475488"/>
          </a:xfrm>
          <a:prstGeom prst="roundRect">
            <a:avLst>
              <a:gd name="adj" fmla="val 19231"/>
            </a:avLst>
          </a:prstGeom>
          <a:solidFill>
            <a:srgbClr val="005555"/>
          </a:solidFill>
          <a:ln w="12700">
            <a:solidFill>
              <a:srgbClr val="00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236208" y="332841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Confirm Import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3310128"/>
            <a:ext cx="1298448" cy="475488"/>
          </a:xfrm>
          <a:prstGeom prst="roundRect">
            <a:avLst>
              <a:gd name="adj" fmla="val 19231"/>
            </a:avLst>
          </a:prstGeom>
          <a:solidFill>
            <a:srgbClr val="005555"/>
          </a:solidFill>
          <a:ln w="12700">
            <a:solidFill>
              <a:srgbClr val="00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653528" y="332841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Create Collection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Valley High School  |  Mr. Silva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Lightroom Does Not Move Your Photos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8158" y="1078992"/>
            <a:ext cx="8582550" cy="621792"/>
          </a:xfrm>
          <a:prstGeom prst="roundRect">
            <a:avLst>
              <a:gd name="adj" fmla="val 14706"/>
            </a:avLst>
          </a:prstGeom>
          <a:solidFill>
            <a:srgbClr val="E0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81038" y="1143000"/>
            <a:ext cx="826251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Lightroom Classic uses a Catalog. The catalog remembers where your photos are and tracks your edits. Your actual photo files stay exactly where you put them on OneDrive.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8158" y="1874520"/>
            <a:ext cx="4251960" cy="2971800"/>
          </a:xfrm>
          <a:prstGeom prst="roundRect">
            <a:avLst>
              <a:gd name="adj" fmla="val 3692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8158" y="1874520"/>
            <a:ext cx="4251960" cy="502920"/>
          </a:xfrm>
          <a:prstGeom prst="roundRect">
            <a:avLst>
              <a:gd name="adj" fmla="val 21818"/>
            </a:avLst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8158" y="2121408"/>
            <a:ext cx="4251960" cy="256032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35318" y="19202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The Catalog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1038" y="24871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file inside Lightroom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1038" y="29900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where your photos live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1038" y="34930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every edit you make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1038" y="39959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contain your actual photo files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28748" y="1874520"/>
            <a:ext cx="4251960" cy="2971800"/>
          </a:xfrm>
          <a:prstGeom prst="roundRect">
            <a:avLst>
              <a:gd name="adj" fmla="val 3692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8748" y="1874520"/>
            <a:ext cx="4251960" cy="502920"/>
          </a:xfrm>
          <a:prstGeom prst="roundRect">
            <a:avLst>
              <a:gd name="adj" fmla="val 21818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8748" y="2121408"/>
            <a:ext cx="4251960" cy="2560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765908" y="19202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Your Photo Files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11628" y="24871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inside OneDrive.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11628" y="29900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OneDrive-SantaMariaJUHSD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11628" y="34930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Photography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11628" y="39959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Your Project Folder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OneDrive First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before opening Lightroom. If your photos are not fully synced, Lightroom cannot find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1148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801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OneDrive icon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112264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in the bottom-right corner of your screen in the System Tray.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587752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11480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2606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show a green checkmark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2916936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or blue cloud icon with a checkmark = you are good to go.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X or yellow triangle = there is an error. Fix it before continuing.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392424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11480" y="3392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34107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if it is still syncing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372160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spinning icon means OneDrive is still working. Wait until it stops and shows a green checkmark.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4197096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11480" y="4197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42153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folder in File Explorer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452628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 Explorer. Go to OneDrive-SantaMariaJUHSD &gt; Photography &gt; your project folder. Make sure your image files are there.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BA4994A-D76D-91DC-5D81-784CFA309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867" y="265176"/>
            <a:ext cx="1559322" cy="10371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5323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Lightroom Classic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503920" cy="548640"/>
          </a:xfrm>
          <a:prstGeom prst="roundRect">
            <a:avLst>
              <a:gd name="adj" fmla="val 16667"/>
            </a:avLst>
          </a:prstGeom>
          <a:solidFill>
            <a:srgbClr val="FFF0E8"/>
          </a:solidFill>
          <a:ln w="12700">
            <a:solidFill>
              <a:srgbClr val="FFA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30352" y="1152144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A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Open Lightroom Classic, not the regular Lightroom app. The correct icon </a:t>
            </a:r>
            <a:r>
              <a:rPr lang="en-US" sz="1300" b="1" dirty="0" err="1">
                <a:solidFill>
                  <a:srgbClr val="AA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LrC</a:t>
            </a:r>
            <a:r>
              <a:rPr lang="en-US" sz="1300" b="1" dirty="0">
                <a:solidFill>
                  <a:srgbClr val="AA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just LR. 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837944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84048" y="1837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79145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Windows Start button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001762"/>
            <a:ext cx="512296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Windows key and type Lightroom Classic in the search bar.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862072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84048" y="2862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807829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open 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100437"/>
            <a:ext cx="49757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that says Classic underneath. It may take 15 to 30 seconds to fully load.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" y="3886200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84048" y="3886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847455"/>
            <a:ext cx="49757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 are in the Library module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140063"/>
            <a:ext cx="50299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top right of Lightroom, confirm Library is highlighted in the module picker. If not, click it.</a:t>
            </a:r>
            <a:endParaRPr lang="en-US" sz="1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53C143-2FA8-7FEA-391C-C15F4D185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095" y="1835867"/>
            <a:ext cx="2879585" cy="1963207"/>
          </a:xfrm>
          <a:prstGeom prst="roundRect">
            <a:avLst>
              <a:gd name="adj" fmla="val 9257"/>
            </a:avLst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49ED7DF-F29B-AD7F-14C1-ACF0CCF0A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287" y="142407"/>
            <a:ext cx="761392" cy="74235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EBC42D8-6E37-D070-DC38-0FC86A0E9A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4858" b="35943"/>
          <a:stretch>
            <a:fillRect/>
          </a:stretch>
        </p:blipFill>
        <p:spPr>
          <a:xfrm>
            <a:off x="5990094" y="4021283"/>
            <a:ext cx="2879585" cy="729351"/>
          </a:xfrm>
          <a:prstGeom prst="round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29217ED-60A3-D453-4C94-2187706353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445218" y="3664575"/>
            <a:ext cx="1035509" cy="4729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A396E2C-42C4-0568-0D09-9B1C28637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35481" flipH="1">
            <a:off x="6542343" y="2204299"/>
            <a:ext cx="1035509" cy="4729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Import Button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 Dialog is the window where you tell Lightroom which photos to bring into your catalog.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19072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901952"/>
            <a:ext cx="52037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Import button at the bottom-left of the Library module.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591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always visible in the bottom-left corner. This opens the Import Dialog.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99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 Dialog has three sections: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364992"/>
            <a:ext cx="2743200" cy="1481328"/>
          </a:xfrm>
          <a:prstGeom prst="roundRect">
            <a:avLst>
              <a:gd name="adj" fmla="val 617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3364992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2743200" cy="1828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75488" y="340156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" y="38221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" y="4133088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to find your photo files.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364992"/>
            <a:ext cx="2743200" cy="1481328"/>
          </a:xfrm>
          <a:prstGeom prst="roundRect">
            <a:avLst>
              <a:gd name="adj" fmla="val 617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91840" y="3364992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884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0" y="3566160"/>
            <a:ext cx="2743200" cy="182880"/>
          </a:xfrm>
          <a:prstGeom prst="rect">
            <a:avLst/>
          </a:prstGeom>
          <a:solidFill>
            <a:srgbClr val="884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401568" y="340156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01568" y="38221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401568" y="4133088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photos before importing.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364992"/>
            <a:ext cx="2743200" cy="1481328"/>
          </a:xfrm>
          <a:prstGeom prst="roundRect">
            <a:avLst>
              <a:gd name="adj" fmla="val 617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3364992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0066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3566160"/>
            <a:ext cx="2743200" cy="182880"/>
          </a:xfrm>
          <a:prstGeom prst="rect">
            <a:avLst/>
          </a:prstGeom>
          <a:solidFill>
            <a:srgbClr val="0066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327648" y="340156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327648" y="38221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27648" y="4133088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and metadata options.</a:t>
            </a:r>
            <a:endParaRPr lang="en-US" sz="1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60ED8FE-8BCF-02B1-449B-01522E0B01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045"/>
          <a:stretch>
            <a:fillRect/>
          </a:stretch>
        </p:blipFill>
        <p:spPr>
          <a:xfrm>
            <a:off x="6049587" y="1793603"/>
            <a:ext cx="2637213" cy="976384"/>
          </a:xfrm>
          <a:prstGeom prst="roundRect">
            <a:avLst>
              <a:gd name="adj" fmla="val 20734"/>
            </a:avLst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84BC74D-A19D-1724-189B-AC0E397E5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71797" flipV="1">
            <a:off x="6996722" y="2382766"/>
            <a:ext cx="1042291" cy="5943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Project Folder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Source panel on the LEFT side of the Import Dialog. Follow this path exactly: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636776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84048" y="1636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1618488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E0F4F4"/>
          </a:solidFill>
          <a:ln w="12700">
            <a:solidFill>
              <a:srgbClr val="BB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78992" y="16550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OneDrive - SantaMariaJUHSD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075688"/>
            <a:ext cx="44159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down in the Source panel until you see this folder. Click the arrow ▶ to expand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551176"/>
            <a:ext cx="18288" cy="32004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2825496"/>
            <a:ext cx="228600" cy="18288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" y="2752344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49808" y="2752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25880" y="2734056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E0F4F4"/>
          </a:solidFill>
          <a:ln w="12700">
            <a:solidFill>
              <a:srgbClr val="BB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444752" y="277063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Photography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191256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arrow ▶ next to Photography to expand it. Your project folders will appear inside. 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51560" y="3666744"/>
            <a:ext cx="18288" cy="32004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1560" y="3941064"/>
            <a:ext cx="228600" cy="18288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15568" y="3867912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115568" y="3867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691640" y="3849624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007474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810512" y="38862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Your Project Folder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4194187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 your project folder once to SELECT it. Do not just expand it with the arrow.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663440"/>
            <a:ext cx="8412480" cy="320040"/>
          </a:xfrm>
          <a:prstGeom prst="roundRect">
            <a:avLst>
              <a:gd name="adj" fmla="val 20000"/>
            </a:avLst>
          </a:prstGeom>
          <a:solidFill>
            <a:srgbClr val="E0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02920" y="4700016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Thumbnails will appear in the center of the Import Dialog once you have selected the correct folder.</a:t>
            </a:r>
            <a:endParaRPr lang="en-US" sz="11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7C90A53-5317-480E-AB11-1E0DBF085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895" y="395606"/>
            <a:ext cx="2980930" cy="1963051"/>
          </a:xfrm>
          <a:prstGeom prst="roundRect">
            <a:avLst>
              <a:gd name="adj" fmla="val 8655"/>
            </a:avLst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33906D8-BB25-65F9-AA38-33588035DC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033"/>
          <a:stretch>
            <a:fillRect/>
          </a:stretch>
        </p:blipFill>
        <p:spPr>
          <a:xfrm>
            <a:off x="5999707" y="2514039"/>
            <a:ext cx="2969142" cy="1792785"/>
          </a:xfrm>
          <a:prstGeom prst="roundRect">
            <a:avLst>
              <a:gd name="adj" fmla="val 9132"/>
            </a:avLst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C2B7569-91DE-62F8-5DD5-92CB8389A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3082931">
            <a:off x="5921521" y="1856501"/>
            <a:ext cx="971633" cy="4729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359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All Your Photos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5008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everything. You will review and select your best images later during the culling process.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1" y="1627632"/>
            <a:ext cx="5099858" cy="77724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704939"/>
            <a:ext cx="48005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is already selected at the top of the Import Dialog.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70699"/>
            <a:ext cx="46010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tells Lightroom where your photos are without moving or copying them. Leave it set to ADD.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578608"/>
            <a:ext cx="5008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clicking Import, confirm these three settings in the RIGHT panel: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99232"/>
            <a:ext cx="5099858" cy="594360"/>
          </a:xfrm>
          <a:prstGeom prst="roundRect">
            <a:avLst>
              <a:gd name="adj" fmla="val 1230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31089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01107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Previews: </a:t>
            </a:r>
            <a:r>
              <a:rPr lang="en-US" sz="13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319272"/>
            <a:ext cx="43696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Lightroom builds good quality previews. Standard is the right choice for class work.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85032"/>
            <a:ext cx="5099858" cy="594360"/>
          </a:xfrm>
          <a:prstGeom prst="roundRect">
            <a:avLst>
              <a:gd name="adj" fmla="val 1230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37947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685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Import Suspected Duplicates: </a:t>
            </a:r>
            <a:r>
              <a:rPr lang="en-US" sz="13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995928"/>
            <a:ext cx="4551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same photo from being imported twice if you import this folder again.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370832"/>
            <a:ext cx="5099858" cy="594360"/>
          </a:xfrm>
          <a:prstGeom prst="roundRect">
            <a:avLst>
              <a:gd name="adj" fmla="val 1230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02920" y="44805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412113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Collection: </a:t>
            </a:r>
            <a:r>
              <a:rPr lang="en-US" sz="13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unchecked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645152"/>
            <a:ext cx="44805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create the Collection manually after import. Leave this unchecked.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5084064"/>
            <a:ext cx="8412480" cy="18288"/>
          </a:xfrm>
          <a:prstGeom prst="roundRect">
            <a:avLst>
              <a:gd name="adj" fmla="val 300000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BAA093E-619E-E11B-9DB6-473652F665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78"/>
          <a:stretch>
            <a:fillRect/>
          </a:stretch>
        </p:blipFill>
        <p:spPr>
          <a:xfrm>
            <a:off x="6028804" y="527857"/>
            <a:ext cx="2795156" cy="4431264"/>
          </a:xfrm>
          <a:prstGeom prst="roundRect">
            <a:avLst>
              <a:gd name="adj" fmla="val 5431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4">
            <a:extLst>
              <a:ext uri="{FF2B5EF4-FFF2-40B4-BE49-F238E27FC236}">
                <a16:creationId xmlns:a16="http://schemas.microsoft.com/office/drawing/2014/main" id="{4004D3D9-2994-CF35-777D-D35F77E6C495}"/>
              </a:ext>
            </a:extLst>
          </p:cNvPr>
          <p:cNvSpPr/>
          <p:nvPr/>
        </p:nvSpPr>
        <p:spPr>
          <a:xfrm>
            <a:off x="365760" y="155448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Import and Confirm It Worked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Import at the bottom-right of the dialog. Then take 30 seconds to confirm it worked.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confirm it worked: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2121408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30352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0665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bottom-left corner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39572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Folders panel on the left side of the Library module. You will see a number next to your project folder. That is your imported image count.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3049940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30352" y="30499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967643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with File Explorer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196243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 Explorer and check how many files are in your project folder. That number should match the count in Lightroom exactly.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0352" y="3832998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8249" y="382468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3736985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G for Grid view, then E for Loupe View </a:t>
            </a:r>
            <a:r>
              <a:rPr lang="en-US" sz="11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(toggle back and forth)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079469"/>
            <a:ext cx="42877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all your imported photos as thumbnails. Scan through quickly to confirm they all look right. Then </a:t>
            </a:r>
            <a:r>
              <a:rPr lang="en-US" sz="11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</a:t>
            </a: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go to single image “Loupe View” and then </a:t>
            </a:r>
            <a:r>
              <a:rPr lang="en-US" sz="11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G</a:t>
            </a: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go back to grid view.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0" y="1554480"/>
            <a:ext cx="3108960" cy="1508760"/>
          </a:xfrm>
          <a:prstGeom prst="roundRect">
            <a:avLst>
              <a:gd name="adj" fmla="val 6061"/>
            </a:avLst>
          </a:prstGeom>
          <a:solidFill>
            <a:srgbClr val="F0FFF0"/>
          </a:solidFill>
          <a:ln w="12700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833872" y="1691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Import Successful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824728" y="20116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in Library shows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image count.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view shows thumbnails.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 File Explorer.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0" y="3218688"/>
            <a:ext cx="3108960" cy="1627632"/>
          </a:xfrm>
          <a:prstGeom prst="roundRect">
            <a:avLst>
              <a:gd name="adj" fmla="val 5618"/>
            </a:avLst>
          </a:prstGeom>
          <a:solidFill>
            <a:srgbClr val="FFF0F0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824728" y="32785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Photos Not Showing?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833872" y="3611880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mark on a photo means Lightroom cannot find the file.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 didn’t move or rename the source folder. Check that OneDrive finished syncing before you imported.</a:t>
            </a: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1291286-E528-2788-0479-74C5BF65CF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010"/>
          <a:stretch>
            <a:fillRect/>
          </a:stretch>
        </p:blipFill>
        <p:spPr>
          <a:xfrm>
            <a:off x="5833872" y="117670"/>
            <a:ext cx="2944368" cy="805874"/>
          </a:xfrm>
          <a:prstGeom prst="roundRect">
            <a:avLst>
              <a:gd name="adj" fmla="val 14554"/>
            </a:avLst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A18E608-6061-AF84-5C4E-24ACECEEB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985907">
            <a:off x="7259662" y="842524"/>
            <a:ext cx="1075200" cy="4729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  |  Create a Collection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Collection and What to Name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30352" y="1389888"/>
            <a:ext cx="8092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is a virtual album inside Lightroom. It groups your photos for easy access without moving the actual files. Name it clearly so you can find it months from now. 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29968"/>
            <a:ext cx="4114800" cy="2788920"/>
          </a:xfrm>
          <a:prstGeom prst="roundRect">
            <a:avLst>
              <a:gd name="adj" fmla="val 3934"/>
            </a:avLst>
          </a:prstGeom>
          <a:solidFill>
            <a:srgbClr val="0A1A0A"/>
          </a:solidFill>
          <a:ln w="12700">
            <a:solidFill>
              <a:srgbClr val="3355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30352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Names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2578608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1122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58368" y="26243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Light Portraits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0352" y="3017520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1122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8368" y="3063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 Baby Product Photos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" y="345643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1122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8368" y="35021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Architecture Project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30352" y="3895344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1122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58368" y="39410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Photography 2026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0352" y="4334256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1122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58368" y="43799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and White Textures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2029968"/>
            <a:ext cx="4114800" cy="2788920"/>
          </a:xfrm>
          <a:prstGeom prst="roundRect">
            <a:avLst>
              <a:gd name="adj" fmla="val 3934"/>
            </a:avLst>
          </a:prstGeom>
          <a:solidFill>
            <a:srgbClr val="1A0A0A"/>
          </a:solidFill>
          <a:ln w="12700">
            <a:solidFill>
              <a:srgbClr val="55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828032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D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Avoid These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28032" y="2578608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22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956048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D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"photos"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693408" y="2624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vague.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28032" y="3017520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22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956048" y="3063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D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"final"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693408" y="3063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of what?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28032" y="345643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22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956048" y="3502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D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 folder 1"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693408" y="3502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information.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28032" y="3895344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22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956048" y="39410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D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"asdfgh"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693408" y="39410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find it later.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28032" y="4334256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22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956048" y="43799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D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"stuff"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693408" y="43799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professional.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4">
            <a:extLst>
              <a:ext uri="{FF2B5EF4-FFF2-40B4-BE49-F238E27FC236}">
                <a16:creationId xmlns:a16="http://schemas.microsoft.com/office/drawing/2014/main" id="{900F1EA1-2554-8B3E-B213-2C06585F0C4C}"/>
              </a:ext>
            </a:extLst>
          </p:cNvPr>
          <p:cNvSpPr/>
          <p:nvPr/>
        </p:nvSpPr>
        <p:spPr>
          <a:xfrm>
            <a:off x="189287" y="1328631"/>
            <a:ext cx="5297113" cy="3673135"/>
          </a:xfrm>
          <a:prstGeom prst="roundRect">
            <a:avLst>
              <a:gd name="adj" fmla="val 3333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  |  Create a Collection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Collection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89287" y="98441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back in the Library module. Your imported images are showing in Grid view.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609344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84048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32941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Ctrl + A  (Win) or Command + A  (Mac)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354097"/>
            <a:ext cx="449707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selects </a:t>
            </a:r>
            <a:r>
              <a:rPr lang="en-US" sz="11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images you just imported. You should see every thumbnail highlighted.</a:t>
            </a:r>
            <a:r>
              <a:rPr lang="en-US" sz="1150" dirty="0"/>
              <a:t> </a:t>
            </a: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count at the bottom of the screen, for example, 43 selected. This should match the number you imported.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" y="2304288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84048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56379" y="221175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Collections panel on the left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56379" y="2513353"/>
            <a:ext cx="44970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down the left panel in the Library module until you see the Collections panel with a small + icon next to 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4048" y="2999232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84048" y="2999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56379" y="2957967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and choose Create Collection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56379" y="3152557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dropdown will appear. Choose Create Collection.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3694176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84048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56379" y="35819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Collection in the dialog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56379" y="3892864"/>
            <a:ext cx="44970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name you decided on, for example: Natural Light Portraits.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Include Selected Photos is checked.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84048" y="4389120"/>
            <a:ext cx="438912" cy="43891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84048" y="4389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56379" y="428246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56379" y="4556783"/>
            <a:ext cx="44970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new Collection appears in the Collections panel on the left. Click it to confirm all your project images are inside.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5138928"/>
            <a:ext cx="8412480" cy="0"/>
          </a:xfrm>
          <a:prstGeom prst="roundRect">
            <a:avLst>
              <a:gd name="adj" fmla="val -14583"/>
            </a:avLst>
          </a:prstGeom>
          <a:solidFill>
            <a:srgbClr val="E0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DE6BDDA-72EF-FA38-83E8-11A2B157A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618" y="85947"/>
            <a:ext cx="3475182" cy="810165"/>
          </a:xfrm>
          <a:prstGeom prst="round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89CBD0D-86B7-93A3-E158-78C47E401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868" y="1113844"/>
            <a:ext cx="3406083" cy="1692148"/>
          </a:xfrm>
          <a:prstGeom prst="roundRect">
            <a:avLst>
              <a:gd name="adj" fmla="val 9298"/>
            </a:avLst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CAA17BF-5EF8-BAE1-D593-CD20318B1D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05" t="4" r="941" b="-4"/>
          <a:stretch>
            <a:fillRect/>
          </a:stretch>
        </p:blipFill>
        <p:spPr>
          <a:xfrm>
            <a:off x="5586868" y="2895422"/>
            <a:ext cx="3406083" cy="2106344"/>
          </a:xfrm>
          <a:prstGeom prst="roundRect">
            <a:avLst>
              <a:gd name="adj" fmla="val 8281"/>
            </a:avLst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E865FFB-AD6E-4FC9-D225-86F3AD688F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V="1">
            <a:off x="6343984" y="876172"/>
            <a:ext cx="1063249" cy="43842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E4DB1FF-BD0A-061C-2C1E-47A6E9C2D6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V="1">
            <a:off x="5149030" y="2777709"/>
            <a:ext cx="1063249" cy="43842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0191B30-7AD5-F7AE-A83C-18194ED912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7289909" y="396952"/>
            <a:ext cx="1063249" cy="4384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39"/>
          <p:cNvSpPr/>
          <p:nvPr/>
        </p:nvSpPr>
        <p:spPr>
          <a:xfrm>
            <a:off x="4818888" y="393940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05555"/>
          </a:solidFill>
          <a:ln w="12700">
            <a:solidFill>
              <a:srgbClr val="00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00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110996" y="3519608"/>
            <a:ext cx="2926080" cy="2926080"/>
          </a:xfrm>
          <a:prstGeom prst="ellipse">
            <a:avLst/>
          </a:prstGeom>
          <a:solidFill>
            <a:srgbClr val="00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Complete Workflow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this every time you start a new project.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27849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05555"/>
          </a:solidFill>
          <a:ln w="12700">
            <a:solidFill>
              <a:srgbClr val="00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461376"/>
            <a:ext cx="384048" cy="384048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02920" y="146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396953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OneDrive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5794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checkmark in taskbar. No errors.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18888" y="127849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05555"/>
          </a:solidFill>
          <a:ln w="12700">
            <a:solidFill>
              <a:srgbClr val="00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10328" y="1461376"/>
            <a:ext cx="384048" cy="384048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910328" y="146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13248" y="13425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Lightroom Classic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13248" y="15794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Classic under the icon. Not the regular Lightroom app.</a:t>
            </a:r>
          </a:p>
        </p:txBody>
      </p:sp>
      <p:sp>
        <p:nvSpPr>
          <p:cNvPr id="16" name="Shape 14"/>
          <p:cNvSpPr/>
          <p:nvPr/>
        </p:nvSpPr>
        <p:spPr>
          <a:xfrm>
            <a:off x="411480" y="2165464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05555"/>
          </a:solidFill>
          <a:ln w="12700">
            <a:solidFill>
              <a:srgbClr val="00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2348344"/>
            <a:ext cx="384048" cy="384048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02920" y="234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283921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Import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24663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Bottom-left of the Library module.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18888" y="2165464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05555"/>
          </a:solidFill>
          <a:ln w="12700">
            <a:solidFill>
              <a:srgbClr val="00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10328" y="2348344"/>
            <a:ext cx="384048" cy="384048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910328" y="234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13248" y="2283921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your folder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13248" y="24663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OneDrive-SantaMariaJUHSD &gt; Photography &gt; project folder.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3052432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05555"/>
          </a:solidFill>
          <a:ln w="12700">
            <a:solidFill>
              <a:srgbClr val="00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" y="3235312"/>
            <a:ext cx="384048" cy="384048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02920" y="3235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30981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Import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3533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everything. You will cull and select your best images later.</a:t>
            </a:r>
          </a:p>
        </p:txBody>
      </p:sp>
      <p:sp>
        <p:nvSpPr>
          <p:cNvPr id="31" name="Shape 29"/>
          <p:cNvSpPr/>
          <p:nvPr/>
        </p:nvSpPr>
        <p:spPr>
          <a:xfrm>
            <a:off x="4818888" y="3052432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05555"/>
          </a:solidFill>
          <a:ln w="12700">
            <a:solidFill>
              <a:srgbClr val="00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10328" y="3235312"/>
            <a:ext cx="384048" cy="384048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910328" y="3235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13248" y="30981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count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13248" y="33533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count in Library must match your source folder count in File Explorer.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393940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05555"/>
          </a:solidFill>
          <a:ln w="12700">
            <a:solidFill>
              <a:srgbClr val="00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02920" y="4122280"/>
            <a:ext cx="384048" cy="384048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502920" y="4122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22392" y="4057857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Collection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422392" y="42403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descriptive name. Example: Natural Light Portraits.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10328" y="4122280"/>
            <a:ext cx="384048" cy="384048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4910328" y="4122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78408" y="4076145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Ctrl/Cmd + A, then Create Collection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78408" y="42586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&gt; Collections panel &gt; + &gt; Create Collection.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00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1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0055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ircle2"/>
          <p:cNvSpPr/>
          <p:nvPr/>
        </p:nvSpPr>
        <p:spPr>
          <a:xfrm>
            <a:off x="-1097280" y="3474720"/>
            <a:ext cx="2926080" cy="2926080"/>
          </a:xfrm>
          <a:prstGeom prst="ellipse">
            <a:avLst/>
          </a:prstGeom>
          <a:solidFill>
            <a:srgbClr val="0055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heckCircle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60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1645920" y="4572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/>
              </a:rPr>
              <a:t>Your Import is Complete.</a:t>
            </a:r>
          </a:p>
        </p:txBody>
      </p:sp>
      <p:sp>
        <p:nvSpPr>
          <p:cNvPr id="6" name="Sub"/>
          <p:cNvSpPr txBox="1"/>
          <p:nvPr/>
        </p:nvSpPr>
        <p:spPr>
          <a:xfrm>
            <a:off x="54864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0E0E0"/>
                </a:solidFill>
                <a:latin typeface="Calibri"/>
              </a:rPr>
              <a:t>Your photos are in your catalog. Your Collection is created. You are now ready to edit.</a:t>
            </a:r>
          </a:p>
        </p:txBody>
      </p:sp>
      <p:sp>
        <p:nvSpPr>
          <p:cNvPr id="7" name="NextLabel"/>
          <p:cNvSpPr txBox="1"/>
          <p:nvPr/>
        </p:nvSpPr>
        <p:spPr>
          <a:xfrm>
            <a:off x="548640" y="21945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1A"/>
                </a:solidFill>
                <a:latin typeface="Calibri"/>
              </a:rPr>
              <a:t>YOUR NEXT STEP</a:t>
            </a:r>
          </a:p>
        </p:txBody>
      </p:sp>
      <p:sp>
        <p:nvSpPr>
          <p:cNvPr id="8" name="NextCard"/>
          <p:cNvSpPr/>
          <p:nvPr/>
        </p:nvSpPr>
        <p:spPr>
          <a:xfrm>
            <a:off x="548640" y="2560320"/>
            <a:ext cx="7909560" cy="1097280"/>
          </a:xfrm>
          <a:prstGeom prst="roundRect">
            <a:avLst>
              <a:gd name="adj" fmla="val 8594"/>
            </a:avLst>
          </a:prstGeom>
          <a:solidFill>
            <a:srgbClr val="005555"/>
          </a:solidFill>
          <a:ln w="12700">
            <a:solidFill>
              <a:srgbClr val="00777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Arrow"/>
          <p:cNvSpPr txBox="1"/>
          <p:nvPr/>
        </p:nvSpPr>
        <p:spPr>
          <a:xfrm>
            <a:off x="6858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6B1A"/>
                </a:solidFill>
              </a:rPr>
              <a:t>→</a:t>
            </a:r>
          </a:p>
        </p:txBody>
      </p:sp>
      <p:sp>
        <p:nvSpPr>
          <p:cNvPr id="10" name="NextTitle"/>
          <p:cNvSpPr txBox="1"/>
          <p:nvPr/>
        </p:nvSpPr>
        <p:spPr>
          <a:xfrm>
            <a:off x="1554480" y="2652240"/>
            <a:ext cx="74988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Head to the Develop Module to Start Editing</a:t>
            </a:r>
          </a:p>
        </p:txBody>
      </p:sp>
      <p:sp>
        <p:nvSpPr>
          <p:cNvPr id="11" name="NextDetail"/>
          <p:cNvSpPr txBox="1"/>
          <p:nvPr/>
        </p:nvSpPr>
        <p:spPr>
          <a:xfrm>
            <a:off x="1554480" y="3062880"/>
            <a:ext cx="6592674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CCAA"/>
                </a:solidFill>
                <a:latin typeface="Calibri"/>
              </a:rPr>
              <a:t>Click Develop in the module picker at the top right. Open your Collection and start working through your images.</a:t>
            </a:r>
          </a:p>
        </p:txBody>
      </p:sp>
      <p:sp>
        <p:nvSpPr>
          <p:cNvPr id="12" name="TipBg"/>
          <p:cNvSpPr/>
          <p:nvPr/>
        </p:nvSpPr>
        <p:spPr>
          <a:xfrm>
            <a:off x="548640" y="3840480"/>
            <a:ext cx="7909560" cy="5486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ips"/>
          <p:cNvSpPr txBox="1"/>
          <p:nvPr/>
        </p:nvSpPr>
        <p:spPr>
          <a:xfrm>
            <a:off x="685800" y="3886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FF6B1A"/>
                </a:solidFill>
                <a:latin typeface="Calibri"/>
              </a:rPr>
              <a:t>Remember:  </a:t>
            </a:r>
            <a:r>
              <a:rPr lang="en-US" sz="1200" dirty="0">
                <a:solidFill>
                  <a:srgbClr val="888888"/>
                </a:solidFill>
                <a:latin typeface="Calibri"/>
              </a:rPr>
              <a:t>Press D to go to Develop  </a:t>
            </a:r>
            <a:r>
              <a:rPr lang="en-US" sz="1200" dirty="0">
                <a:solidFill>
                  <a:srgbClr val="555555"/>
                </a:solidFill>
                <a:latin typeface="Calibri"/>
              </a:rPr>
              <a:t>|</a:t>
            </a:r>
            <a:r>
              <a:rPr lang="en-US" sz="1200" dirty="0">
                <a:solidFill>
                  <a:srgbClr val="888888"/>
                </a:solidFill>
              </a:rPr>
              <a:t> Press </a:t>
            </a:r>
            <a:r>
              <a:rPr lang="en-US" sz="1200" dirty="0">
                <a:solidFill>
                  <a:srgbClr val="888888"/>
                </a:solidFill>
                <a:latin typeface="Calibri"/>
              </a:rPr>
              <a:t>G for Grid </a:t>
            </a:r>
            <a:r>
              <a:rPr lang="en-US" sz="1200" dirty="0">
                <a:solidFill>
                  <a:srgbClr val="888888"/>
                </a:solidFill>
              </a:rPr>
              <a:t>view </a:t>
            </a:r>
            <a:r>
              <a:rPr lang="en-US" sz="1200" dirty="0">
                <a:solidFill>
                  <a:srgbClr val="555555"/>
                </a:solidFill>
              </a:rPr>
              <a:t>|</a:t>
            </a:r>
            <a:r>
              <a:rPr lang="en-US" sz="1200" dirty="0">
                <a:solidFill>
                  <a:srgbClr val="888888"/>
                </a:solidFill>
              </a:rPr>
              <a:t> </a:t>
            </a:r>
            <a:r>
              <a:rPr lang="en-US" sz="1200" dirty="0">
                <a:solidFill>
                  <a:srgbClr val="555555"/>
                </a:solidFill>
              </a:rPr>
              <a:t> </a:t>
            </a:r>
            <a:r>
              <a:rPr lang="en-US" sz="1200" dirty="0">
                <a:solidFill>
                  <a:srgbClr val="888888"/>
                </a:solidFill>
              </a:rPr>
              <a:t>Press E for Loope View </a:t>
            </a:r>
            <a:r>
              <a:rPr lang="en-US" sz="1200" dirty="0">
                <a:solidFill>
                  <a:srgbClr val="555555"/>
                </a:solidFill>
                <a:latin typeface="Calibri"/>
              </a:rPr>
              <a:t>|</a:t>
            </a:r>
            <a:r>
              <a:rPr lang="en-US" sz="1200" dirty="0">
                <a:solidFill>
                  <a:srgbClr val="888888"/>
                </a:solidFill>
              </a:rPr>
              <a:t> Press </a:t>
            </a:r>
            <a:r>
              <a:rPr lang="en-US" sz="1200" dirty="0">
                <a:solidFill>
                  <a:srgbClr val="888888"/>
                </a:solidFill>
                <a:latin typeface="Calibri"/>
              </a:rPr>
              <a:t>L to go to Library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AAAA"/>
                </a:solidFill>
                <a:latin typeface="Calibri"/>
              </a:rPr>
              <a:t>Pioneer Valley High School  |  Photography 1  |  Mr. Silva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1447</Words>
  <Application>Microsoft Macintosh PowerPoint</Application>
  <PresentationFormat>On-screen Show (16:9)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 creativesilva.com</cp:lastModifiedBy>
  <cp:revision>4</cp:revision>
  <dcterms:created xsi:type="dcterms:W3CDTF">2026-09-08T21:11:06Z</dcterms:created>
  <dcterms:modified xsi:type="dcterms:W3CDTF">2026-09-09T07:59:54Z</dcterms:modified>
</cp:coreProperties>
</file>