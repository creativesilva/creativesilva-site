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93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ARTES DIGITALES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del Color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Entendiendo el Lenguaje del Color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algunos colores se sienten emocionantes?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otros se sienten tranquilos?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una marca elige verde en lugar de rojo?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Valley High School  |  Mr. Silva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128F18-299C-268F-A679-4F33501C66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00013" y="160020"/>
            <a:ext cx="1401582" cy="1514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74320" y="320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6858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la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Color?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1089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color es lo primero que la gente nota en un diseno."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457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teoria del color es un conjunto de reglas que ayuda a artistas y disenadores a usar el color con intencion.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234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solo elegir colores que te gustan, la teoria del color te da un sistema. Te ayuda a elegir colores que funcionan juntos, envian un mensaje y hacen que la gente sienta algo.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74904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pintores han usado reglas de color por siglos.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58968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58968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550408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disenadores eligen colores que van con el mensaje de la marca.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68896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68896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260336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42048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marcas usan el color para hacer que sientas y compres.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Circulo Cromatico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colores que usaras comienzan aqui.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Primarios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14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son los tres colores base. No puedes mezclar otros colores para crearlos.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364992"/>
            <a:ext cx="502920" cy="50292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3364992"/>
            <a:ext cx="502920" cy="502920"/>
          </a:xfrm>
          <a:prstGeom prst="ellipse">
            <a:avLst/>
          </a:prstGeom>
          <a:solidFill>
            <a:srgbClr val="FF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55064" y="3364992"/>
            <a:ext cx="502920" cy="502920"/>
          </a:xfrm>
          <a:prstGeom prst="ellipse">
            <a:avLst/>
          </a:prstGeom>
          <a:solidFill>
            <a:srgbClr val="00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 Amarillo  Azul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4747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Secundarios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514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dos colores primarios y obtienes un color secundario.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364992"/>
            <a:ext cx="502920" cy="502920"/>
          </a:xfrm>
          <a:prstGeom prst="ellipse">
            <a:avLst/>
          </a:prstGeom>
          <a:solidFill>
            <a:srgbClr val="FF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50792" y="3364992"/>
            <a:ext cx="502920" cy="502920"/>
          </a:xfrm>
          <a:prstGeom prst="ellipse">
            <a:avLst/>
          </a:prstGeom>
          <a:solidFill>
            <a:srgbClr val="00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3364992"/>
            <a:ext cx="502920" cy="502920"/>
          </a:xfrm>
          <a:prstGeom prst="ellipse">
            <a:avLst/>
          </a:prstGeom>
          <a:solidFill>
            <a:srgbClr val="7F00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47472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  Verde  Morado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465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Terciarios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514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un color primario y uno secundario para obtener un color terciario. Hay seis de ellos.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3364992"/>
            <a:ext cx="347472" cy="347472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67144" y="3364992"/>
            <a:ext cx="347472" cy="347472"/>
          </a:xfrm>
          <a:prstGeom prst="ellipse">
            <a:avLst/>
          </a:prstGeom>
          <a:solidFill>
            <a:srgbClr val="CCC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87768" y="3364992"/>
            <a:ext cx="347472" cy="347472"/>
          </a:xfrm>
          <a:prstGeom prst="ellipse">
            <a:avLst/>
          </a:prstGeom>
          <a:solidFill>
            <a:srgbClr val="007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08392" y="3364992"/>
            <a:ext cx="347472" cy="347472"/>
          </a:xfrm>
          <a:prstGeom prst="ellipse">
            <a:avLst/>
          </a:prstGeom>
          <a:solidFill>
            <a:srgbClr val="003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29016" y="3364992"/>
            <a:ext cx="347472" cy="347472"/>
          </a:xfrm>
          <a:prstGeom prst="ellipse">
            <a:avLst/>
          </a:prstGeom>
          <a:solidFill>
            <a:srgbClr val="4B00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49640" y="3364992"/>
            <a:ext cx="347472" cy="347472"/>
          </a:xfrm>
          <a:prstGeom prst="ellipse">
            <a:avLst/>
          </a:prstGeom>
          <a:solidFill>
            <a:srgbClr val="FF14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4652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Rojo-Naranja  Amarillo-Verde  Azul-Verde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03  |  Relaciones de Color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Complementarios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0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2618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 complementarios se ubican directamente opuestos en el circulo cromatico. Juntos crean un fuerte contraste y hacen que cada uno parezca mas brillante.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1325880" cy="100584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2057400"/>
            <a:ext cx="1325880" cy="1005840"/>
          </a:xfrm>
          <a:prstGeom prst="rect">
            <a:avLst/>
          </a:prstGeom>
          <a:solidFill>
            <a:srgbClr val="00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 +  Verde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en: Senales de alto y decoraciones navidenas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2057400"/>
            <a:ext cx="1325880" cy="1005840"/>
          </a:xfrm>
          <a:prstGeom prst="rect">
            <a:avLst/>
          </a:prstGeom>
          <a:solidFill>
            <a:srgbClr val="000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3712" y="2057400"/>
            <a:ext cx="1325880" cy="1005840"/>
          </a:xfrm>
          <a:prstGeom prst="rect">
            <a:avLst/>
          </a:prstGeom>
          <a:solidFill>
            <a:srgbClr val="FF8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319272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 +  Naranja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19272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en: Equipos deportivos, carteles llamativos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057400"/>
            <a:ext cx="1325880" cy="1005840"/>
          </a:xfrm>
          <a:prstGeom prst="rect">
            <a:avLst/>
          </a:prstGeom>
          <a:solidFill>
            <a:srgbClr val="990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15784" y="2057400"/>
            <a:ext cx="1325880" cy="1005840"/>
          </a:xfrm>
          <a:prstGeom prst="rect">
            <a:avLst/>
          </a:prstGeom>
          <a:solidFill>
            <a:srgbClr val="88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81344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  +  Amarillo-Verde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81344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en: Empaque de uvas, bebidas energeticas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03  |  Relaciones de Color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Analogos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931920" cy="3337560"/>
          </a:xfrm>
          <a:prstGeom prst="roundRect">
            <a:avLst>
              <a:gd name="adj" fmla="val 411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son?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 analogos son colores que estan uno al lado del otro en el circulo cromatico. Siempre se ven bien juntos porque estan relacionados.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un atardecer. El naranja, el rojo y el amarillo estan todos juntos. Por eso se ve tan hermoso.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colores analogos cuando quieras que tu diseno se sienta tranquilo, natural y armonioso.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Atardecer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914400" cy="59436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32120" y="1828800"/>
            <a:ext cx="914400" cy="594360"/>
          </a:xfrm>
          <a:prstGeom prst="rect">
            <a:avLst/>
          </a:prstGeom>
          <a:solidFill>
            <a:srgbClr val="FF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914400" cy="594360"/>
          </a:xfrm>
          <a:prstGeom prst="rect">
            <a:avLst/>
          </a:prstGeom>
          <a:solidFill>
            <a:srgbClr val="FFB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52360" y="1828800"/>
            <a:ext cx="914400" cy="59436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Oceano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914400" cy="5943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32120" y="3017520"/>
            <a:ext cx="914400" cy="594360"/>
          </a:xfrm>
          <a:prstGeom prst="rect">
            <a:avLst/>
          </a:prstGeom>
          <a:solidFill>
            <a:srgbClr val="0055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3017520"/>
            <a:ext cx="914400" cy="594360"/>
          </a:xfrm>
          <a:prstGeom prst="rect">
            <a:avLst/>
          </a:prstGeom>
          <a:solidFill>
            <a:srgbClr val="00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52360" y="3017520"/>
            <a:ext cx="914400" cy="594360"/>
          </a:xfrm>
          <a:prstGeom prst="rect">
            <a:avLst/>
          </a:prstGeom>
          <a:solidFill>
            <a:srgbClr val="00A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Bosque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4206240"/>
            <a:ext cx="914400" cy="594360"/>
          </a:xfrm>
          <a:prstGeom prst="rect">
            <a:avLst/>
          </a:prstGeom>
          <a:solidFill>
            <a:srgbClr val="1A4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32120" y="4206240"/>
            <a:ext cx="914400" cy="594360"/>
          </a:xfrm>
          <a:prstGeom prst="rect">
            <a:avLst/>
          </a:prstGeom>
          <a:solidFill>
            <a:srgbClr val="2D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4206240"/>
            <a:ext cx="914400" cy="594360"/>
          </a:xfrm>
          <a:prstGeom prst="rect">
            <a:avLst/>
          </a:prstGeom>
          <a:solidFill>
            <a:srgbClr val="44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52360" y="4206240"/>
            <a:ext cx="914400" cy="594360"/>
          </a:xfrm>
          <a:prstGeom prst="rect">
            <a:avLst/>
          </a:prstGeom>
          <a:solidFill>
            <a:srgbClr val="66CC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03  |  Relaciones de Color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Triadicos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colores espaciados por igual alrededor del circulo cromatico. Audaces, equilibrados y energicos.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737360"/>
            <a:ext cx="1188720" cy="118872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37160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737360"/>
            <a:ext cx="1188720" cy="118872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84048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3200400"/>
            <a:ext cx="1188720" cy="118872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606040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Triada Primaria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417320"/>
            <a:ext cx="3017520" cy="3383280"/>
          </a:xfrm>
          <a:prstGeom prst="roundRect">
            <a:avLst>
              <a:gd name="adj" fmla="val 4545"/>
            </a:avLst>
          </a:prstGeom>
          <a:solidFill>
            <a:srgbClr val="E0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94360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usar colores triadicos: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Cuando quieres que tu diseno se sienta emocionante y audaz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6700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 carteles, logos o graficos para redes sociales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32841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Cuando necesitas que los tres colores resalten por igual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98678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Excelente para marcas infantiles, deportes y juegos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Paletas de Color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paleta de color es un conjunto pequeno de colores que el disenador elige y usa en todo el proyecto.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Monocromatica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04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color en muchos tonos. Muy limpia y profesional.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1965960"/>
            <a:ext cx="1097280" cy="685800"/>
          </a:xfrm>
          <a:prstGeom prst="rect">
            <a:avLst/>
          </a:prstGeom>
          <a:solidFill>
            <a:srgbClr val="001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0" y="1965960"/>
            <a:ext cx="1097280" cy="685800"/>
          </a:xfrm>
          <a:prstGeom prst="rect">
            <a:avLst/>
          </a:prstGeom>
          <a:solidFill>
            <a:srgbClr val="00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94960" y="1965960"/>
            <a:ext cx="1097280" cy="68580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1965960"/>
            <a:ext cx="1097280" cy="685800"/>
          </a:xfrm>
          <a:prstGeom prst="rect">
            <a:avLst/>
          </a:prstGeom>
          <a:solidFill>
            <a:srgbClr val="3399D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0" y="1965960"/>
            <a:ext cx="1097280" cy="685800"/>
          </a:xfrm>
          <a:prstGeom prst="rect">
            <a:avLst/>
          </a:prstGeom>
          <a:solidFill>
            <a:srgbClr val="99C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843635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27683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colores opuestos. Alta energia y contraste.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17520" y="2889355"/>
            <a:ext cx="1097280" cy="685800"/>
          </a:xfrm>
          <a:prstGeom prst="rect">
            <a:avLst/>
          </a:prstGeom>
          <a:solidFill>
            <a:srgbClr val="00339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0" y="2889355"/>
            <a:ext cx="1097280" cy="685800"/>
          </a:xfrm>
          <a:prstGeom prst="rect">
            <a:avLst/>
          </a:prstGeom>
          <a:solidFill>
            <a:srgbClr val="0055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94960" y="2889355"/>
            <a:ext cx="1097280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0" y="2889355"/>
            <a:ext cx="1097280" cy="685800"/>
          </a:xfrm>
          <a:prstGeom prst="rect">
            <a:avLst/>
          </a:prstGeom>
          <a:solidFill>
            <a:srgbClr val="FF88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0" y="2889355"/>
            <a:ext cx="1097280" cy="685800"/>
          </a:xfrm>
          <a:prstGeom prst="rect">
            <a:avLst/>
          </a:prstGeom>
          <a:solidFill>
            <a:srgbClr val="FFAA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57200" y="376703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+ Acento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5107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de fondo simples con un toque de color audaz.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17520" y="3812750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06240" y="3812750"/>
            <a:ext cx="109728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94960" y="3812750"/>
            <a:ext cx="1097280" cy="68580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83680" y="3812750"/>
            <a:ext cx="109728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0" y="3812750"/>
            <a:ext cx="1097280" cy="685800"/>
          </a:xfrm>
          <a:prstGeom prst="rect">
            <a:avLst/>
          </a:prstGeom>
          <a:solidFill>
            <a:srgbClr val="FF33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737799"/>
            <a:ext cx="8412480" cy="262310"/>
          </a:xfrm>
          <a:prstGeom prst="roundRect">
            <a:avLst>
              <a:gd name="adj" fmla="val 19048"/>
            </a:avLst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548640" y="4773375"/>
            <a:ext cx="8046720" cy="218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Clave: Elige 3 a 5 colores y apegate a ellos. Usar demasiados colores hace que un diseno se vea desordenado.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Psicologia del Color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 te hacen sentir cosas. Los disenadores inteligentes usan esto a proposito.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606040" cy="21031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 |  Urgencia  |  Poder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YouTube, Target, Coca-Cola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FF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1847088"/>
            <a:ext cx="2606040" cy="210312"/>
          </a:xfrm>
          <a:prstGeom prst="rect">
            <a:avLst/>
          </a:prstGeom>
          <a:solidFill>
            <a:srgbClr val="FF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29184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 |  Calidez  |  Creatividad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Amazon, Fanta, Nickelodeon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CC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847088"/>
            <a:ext cx="2606040" cy="210312"/>
          </a:xfrm>
          <a:prstGeom prst="rect">
            <a:avLst/>
          </a:prstGeom>
          <a:solidFill>
            <a:srgbClr val="CC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12648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Felicidad  |  Atencion  |  Precaucion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McDonald's, IKEA, Snapchat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1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538728"/>
            <a:ext cx="2606040" cy="210312"/>
          </a:xfrm>
          <a:prstGeom prst="rect">
            <a:avLst/>
          </a:prstGeom>
          <a:solidFill>
            <a:srgbClr val="1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5720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  |  Salud  |  Crecimiento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Starbucks, Whole Foods, John Deere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003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0" y="3538728"/>
            <a:ext cx="2606040" cy="210312"/>
          </a:xfrm>
          <a:prstGeom prst="rect">
            <a:avLst/>
          </a:prstGeom>
          <a:solidFill>
            <a:srgbClr val="003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329184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29184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 |  Calma  |  Inteligencia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Facebook, Samsung, Ford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3504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35040" y="3538728"/>
            <a:ext cx="2606040" cy="21031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12648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12648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Lujo  |  Misterio  |  Creatividad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12648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Cadbury, Hallmark, Twitch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05  |  Psicologia del Color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las Marcas Usan el Color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743200" cy="548640"/>
          </a:xfrm>
          <a:prstGeom prst="rect">
            <a:avLst/>
          </a:prstGeom>
          <a:solidFill>
            <a:srgbClr val="DA0B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743200" cy="548640"/>
          </a:xfrm>
          <a:prstGeom prst="rect">
            <a:avLst/>
          </a:prstGeom>
          <a:solidFill>
            <a:srgbClr val="FFC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743200" cy="274320"/>
          </a:xfrm>
          <a:prstGeom prst="rect">
            <a:avLst/>
          </a:prstGeom>
          <a:solidFill>
            <a:srgbClr val="FFC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7548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rojo crea hambre y urgencia. El amarillo crea felicidad y energia. Juntos te dan ganas de comer rapido y sentirte bien.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743200" cy="54864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2057400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920240"/>
            <a:ext cx="2743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40156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rojo es audaz, emocionante y energico. El blanco lo mantiene limpio y clasico. Esta combinacion no ha cambiado en mas de 100 anos.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508760"/>
            <a:ext cx="2743200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2057400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606040"/>
            <a:ext cx="2743200" cy="54864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32764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negro, el blanco y el plateado dicen: simple, premium y moderno. Sin color = sin distraccion. El producto habla por si solo.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 |  Seccion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Contacto con el Cliente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 realmente el cliente los colores de una marca?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727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de contacto es cualquier momento en que un cliente ve o interactua con una marca. Cada punto de contacto usa los mismos colores. Eso es lo que hace que una marca se sienta familiar.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004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6243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Starbucks: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5488" y="3218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☕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Vaso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y blanco, siempre, en cada ubicacion.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773168" y="3218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verde, las mismas fuentes, los mismos iconos que la tienda.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75488" y="41330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416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Letrero verde, tonos de madera calidos adentro.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0233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349240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Servilletas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4416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las servilletas coinciden con la marca.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917A1E8-2E68-3C86-953B-82EB94998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026" y="4141089"/>
            <a:ext cx="496062" cy="4960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28600" y="4572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22860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proxima sesion, elegiras una marca real y la analizaras.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365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una marca que conozcas. Esto es lo que buscaras: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0" y="105156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8404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024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los colores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14675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2 a 4 colores usa mas esta marca?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205740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8404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029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el tipo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15259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colores complementarios, analogos u otro tipo?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306324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404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035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 psicologia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15843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hacen sentir esos colores? Por que crees que la marca los eligio?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406908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8404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4041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los puntos de contacto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416427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ves los colores? App, edificio, empaque, sitio web?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149447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teoria del color le da a los disenadores un sistema para elegir colores con intencion.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92808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762095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circulo cromatico muestra los colores primarios, secundarios y terciarios.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374743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complementarios, los analogos y los triadicos son las principales relaciones de color.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118104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2987391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paleta de color es un conjunto pequeno de colores que se usa de forma consistente en un diseno.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730752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68680" y="3600039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 crean sentimientos. Los disenadores usan esto para influir en como reacciona la gente.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343400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4212687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marcas usan el color en cada punto de contacto para que los clientes siempre las reconozcan.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Valley High School  |  Artes Digitales 1  |  Mr. Silva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5F5A52A-E74F-1902-DA8E-BE5AE85398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00013" y="160020"/>
            <a:ext cx="1401582" cy="1514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1091</Words>
  <Application>Microsoft Macintosh PowerPoint</Application>
  <PresentationFormat>On-screen Show (16:9)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 creativesilva.com</cp:lastModifiedBy>
  <cp:revision>2</cp:revision>
  <dcterms:created xsi:type="dcterms:W3CDTF">2026-08-26T16:14:15Z</dcterms:created>
  <dcterms:modified xsi:type="dcterms:W3CDTF">2026-08-26T17:34:16Z</dcterms:modified>
</cp:coreProperties>
</file>